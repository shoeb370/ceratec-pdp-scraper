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87660EBE-450D-46F9-91D8-49C83B283188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3A697-3285-4431-BB24-4F40903A2C1F}" type="slidenum">
              <a:rPr lang="en-IN" smtClean="0"/>
              <a:t>‹#›</a:t>
            </a:fld>
            <a:endParaRPr lang="en-IN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61657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60EBE-450D-46F9-91D8-49C83B283188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3A697-3285-4431-BB24-4F40903A2C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406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60EBE-450D-46F9-91D8-49C83B283188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3A697-3285-4431-BB24-4F40903A2C1F}" type="slidenum">
              <a:rPr lang="en-IN" smtClean="0"/>
              <a:t>‹#›</a:t>
            </a:fld>
            <a:endParaRPr lang="en-IN"/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1536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60EBE-450D-46F9-91D8-49C83B283188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3A697-3285-4431-BB24-4F40903A2C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344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60EBE-450D-46F9-91D8-49C83B283188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3A697-3285-4431-BB24-4F40903A2C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4521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60EBE-450D-46F9-91D8-49C83B283188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3A697-3285-4431-BB24-4F40903A2C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773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60EBE-450D-46F9-91D8-49C83B283188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3A697-3285-4431-BB24-4F40903A2C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172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60EBE-450D-46F9-91D8-49C83B283188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3A697-3285-4431-BB24-4F40903A2C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629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60EBE-450D-46F9-91D8-49C83B283188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3A697-3285-4431-BB24-4F40903A2C1F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8902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60EBE-450D-46F9-91D8-49C83B283188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3A697-3285-4431-BB24-4F40903A2C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2077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60EBE-450D-46F9-91D8-49C83B283188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3A697-3285-4431-BB24-4F40903A2C1F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1722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7660EBE-450D-46F9-91D8-49C83B283188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2813A697-3285-4431-BB24-4F40903A2C1F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6642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err="1" smtClean="0"/>
              <a:t>Ceratec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surfaces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Scraping Navigation Document by shoeb370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2706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249" y="399245"/>
            <a:ext cx="8003961" cy="986007"/>
          </a:xfrm>
        </p:spPr>
        <p:txBody>
          <a:bodyPr/>
          <a:lstStyle/>
          <a:p>
            <a:r>
              <a:rPr lang="en-IN" dirty="0" err="1" smtClean="0"/>
              <a:t>PoiNT</a:t>
            </a:r>
            <a:r>
              <a:rPr lang="en-IN" dirty="0" smtClean="0"/>
              <a:t> Data </a:t>
            </a:r>
            <a:r>
              <a:rPr lang="en-IN" dirty="0" err="1" smtClean="0"/>
              <a:t>PoiNt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20518" y="399245"/>
            <a:ext cx="2240924" cy="6130344"/>
          </a:xfrm>
        </p:spPr>
        <p:txBody>
          <a:bodyPr/>
          <a:lstStyle/>
          <a:p>
            <a:r>
              <a:rPr lang="en-IN" dirty="0" smtClean="0"/>
              <a:t>1. </a:t>
            </a:r>
            <a:r>
              <a:rPr lang="en-IN" dirty="0" err="1" smtClean="0"/>
              <a:t>Url</a:t>
            </a:r>
            <a:endParaRPr lang="en-IN" dirty="0" smtClean="0"/>
          </a:p>
          <a:p>
            <a:r>
              <a:rPr lang="en-IN" dirty="0" smtClean="0"/>
              <a:t>2. Title</a:t>
            </a:r>
          </a:p>
          <a:p>
            <a:r>
              <a:rPr lang="en-IN" dirty="0" smtClean="0"/>
              <a:t>3. </a:t>
            </a:r>
            <a:r>
              <a:rPr lang="en-IN" dirty="0" err="1" smtClean="0"/>
              <a:t>Breacrumb</a:t>
            </a:r>
            <a:endParaRPr lang="en-IN" dirty="0" smtClean="0"/>
          </a:p>
          <a:p>
            <a:r>
              <a:rPr lang="en-IN" dirty="0"/>
              <a:t>4</a:t>
            </a:r>
            <a:r>
              <a:rPr lang="en-IN" dirty="0" smtClean="0"/>
              <a:t>. Description</a:t>
            </a:r>
          </a:p>
          <a:p>
            <a:r>
              <a:rPr lang="en-IN" dirty="0"/>
              <a:t>5</a:t>
            </a:r>
            <a:r>
              <a:rPr lang="en-IN" dirty="0" smtClean="0"/>
              <a:t>. Image </a:t>
            </a:r>
            <a:r>
              <a:rPr lang="en-IN" dirty="0" err="1" smtClean="0"/>
              <a:t>urls</a:t>
            </a:r>
            <a:endParaRPr lang="en-IN" dirty="0" smtClean="0"/>
          </a:p>
          <a:p>
            <a:r>
              <a:rPr lang="en-IN" dirty="0" smtClean="0"/>
              <a:t>6. </a:t>
            </a:r>
            <a:r>
              <a:rPr lang="en-IN" dirty="0" err="1" smtClean="0"/>
              <a:t>Color</a:t>
            </a:r>
            <a:r>
              <a:rPr lang="en-IN" dirty="0" smtClean="0"/>
              <a:t> of Variant</a:t>
            </a:r>
          </a:p>
          <a:p>
            <a:r>
              <a:rPr lang="en-IN" dirty="0" smtClean="0"/>
              <a:t>7. </a:t>
            </a:r>
            <a:r>
              <a:rPr lang="en-IN" dirty="0" err="1" smtClean="0"/>
              <a:t>Color</a:t>
            </a:r>
            <a:r>
              <a:rPr lang="en-IN" dirty="0" smtClean="0"/>
              <a:t> grouping</a:t>
            </a:r>
          </a:p>
          <a:p>
            <a:r>
              <a:rPr lang="en-IN" dirty="0"/>
              <a:t>8</a:t>
            </a:r>
            <a:r>
              <a:rPr lang="en-IN" dirty="0" smtClean="0"/>
              <a:t>. Material</a:t>
            </a:r>
          </a:p>
          <a:p>
            <a:r>
              <a:rPr lang="en-IN" dirty="0"/>
              <a:t>9</a:t>
            </a:r>
            <a:r>
              <a:rPr lang="en-IN" dirty="0" smtClean="0"/>
              <a:t>. Dimension available</a:t>
            </a:r>
          </a:p>
          <a:p>
            <a:r>
              <a:rPr lang="en-IN" dirty="0" smtClean="0"/>
              <a:t>10. Technical Document Link</a:t>
            </a:r>
          </a:p>
          <a:p>
            <a:endParaRPr lang="en-IN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88" y="1335662"/>
            <a:ext cx="9311425" cy="5217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449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938" y="2818657"/>
            <a:ext cx="9720262" cy="2957411"/>
          </a:xfrm>
        </p:spPr>
      </p:pic>
    </p:spTree>
    <p:extLst>
      <p:ext uri="{BB962C8B-B14F-4D97-AF65-F5344CB8AC3E}">
        <p14:creationId xmlns:p14="http://schemas.microsoft.com/office/powerpoint/2010/main" val="656544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99CB38"/>
      </a:accent1>
      <a:accent2>
        <a:srgbClr val="63A537"/>
      </a:accent2>
      <a:accent3>
        <a:srgbClr val="E6D024"/>
      </a:accent3>
      <a:accent4>
        <a:srgbClr val="CC9700"/>
      </a:accent4>
      <a:accent5>
        <a:srgbClr val="4EB3CF"/>
      </a:accent5>
      <a:accent6>
        <a:srgbClr val="378DA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29F68FFC-748B-4FC3-BF39-7F84A6D5840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45</TotalTime>
  <Words>46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Tw Cen MT</vt:lpstr>
      <vt:lpstr>Tw Cen MT Condensed</vt:lpstr>
      <vt:lpstr>Wingdings 3</vt:lpstr>
      <vt:lpstr>Integral</vt:lpstr>
      <vt:lpstr>Ceratec surfaces</vt:lpstr>
      <vt:lpstr>PoiNT Data PoiNt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Ceratec surfaces</dc:title>
  <dc:creator>User</dc:creator>
  <cp:lastModifiedBy>User</cp:lastModifiedBy>
  <cp:revision>4</cp:revision>
  <dcterms:created xsi:type="dcterms:W3CDTF">2026-01-15T09:42:17Z</dcterms:created>
  <dcterms:modified xsi:type="dcterms:W3CDTF">2026-01-15T10:27:18Z</dcterms:modified>
</cp:coreProperties>
</file>